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b61f7d2e3d4ee1" /><Relationship Type="http://schemas.openxmlformats.org/officeDocument/2006/relationships/extended-properties" Target="/docProps/app.xml" Id="R0290e66d50c04c14" /><Relationship Type="http://schemas.openxmlformats.org/officeDocument/2006/relationships/officeDocument" Target="/ppt/presentation.xml" Id="Rd68393fad32c44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30747362b4102"/>
  </p:sldMasterIdLst>
  <p:notesMasterIdLst>
    <p:notesMasterId xmlns:r="http://schemas.openxmlformats.org/officeDocument/2006/relationships" r:id="Rd1ae94413b114b94"/>
  </p:notesMasterIdLst>
  <p:sldIdLst>
    <p:sldId xmlns:r="http://schemas.openxmlformats.org/officeDocument/2006/relationships" id="256" r:id="R2dce211b4baf40f2"/>
    <p:sldId xmlns:r="http://schemas.openxmlformats.org/officeDocument/2006/relationships" id="257" r:id="Rdc2d2270dab2402b"/>
    <p:sldId xmlns:r="http://schemas.openxmlformats.org/officeDocument/2006/relationships" id="258" r:id="Rd30577ac3bb14433"/>
    <p:sldId xmlns:r="http://schemas.openxmlformats.org/officeDocument/2006/relationships" id="259" r:id="Rc94d6944303142bf"/>
    <p:sldId xmlns:r="http://schemas.openxmlformats.org/officeDocument/2006/relationships" id="260" r:id="Rb2378ed2a98a4c3c"/>
    <p:sldId xmlns:r="http://schemas.openxmlformats.org/officeDocument/2006/relationships" id="261" r:id="R6ab78e77ea9d44b0"/>
    <p:sldId xmlns:r="http://schemas.openxmlformats.org/officeDocument/2006/relationships" id="262" r:id="R5890eeb4da3845ef"/>
    <p:sldId xmlns:r="http://schemas.openxmlformats.org/officeDocument/2006/relationships" id="263" r:id="R2b0e0e9bdb3b48e3"/>
    <p:sldId xmlns:r="http://schemas.openxmlformats.org/officeDocument/2006/relationships" id="264" r:id="R53ba93fe3c2a4258"/>
    <p:sldId xmlns:r="http://schemas.openxmlformats.org/officeDocument/2006/relationships" id="265" r:id="R0dcf9f7ada9e4d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bb5b9b659f4b02" /><Relationship Type="http://schemas.openxmlformats.org/officeDocument/2006/relationships/slideMaster" Target="/ppt/slideMasters/slideMaster1.xml" Id="R73830747362b4102" /><Relationship Type="http://schemas.openxmlformats.org/officeDocument/2006/relationships/notesMaster" Target="/ppt/notesMasters/notesMaster1.xml" Id="Rd1ae94413b114b94" /><Relationship Type="http://schemas.openxmlformats.org/officeDocument/2006/relationships/presProps" Target="/ppt/presProps.xml" Id="R2914cd5f320b4f08" /><Relationship Type="http://schemas.openxmlformats.org/officeDocument/2006/relationships/tableStyles" Target="/ppt/tableStyles.xml" Id="Rff7558808b5b490f" /><Relationship Type="http://schemas.openxmlformats.org/officeDocument/2006/relationships/slide" Target="/ppt/slides/slide1.xml" Id="R2dce211b4baf40f2" /><Relationship Type="http://schemas.openxmlformats.org/officeDocument/2006/relationships/slide" Target="/ppt/slides/slide2.xml" Id="Rdc2d2270dab2402b" /><Relationship Type="http://schemas.openxmlformats.org/officeDocument/2006/relationships/slide" Target="/ppt/slides/slide3.xml" Id="Rd30577ac3bb14433" /><Relationship Type="http://schemas.openxmlformats.org/officeDocument/2006/relationships/slide" Target="/ppt/slides/slide4.xml" Id="Rc94d6944303142bf" /><Relationship Type="http://schemas.openxmlformats.org/officeDocument/2006/relationships/slide" Target="/ppt/slides/slide5.xml" Id="Rb2378ed2a98a4c3c" /><Relationship Type="http://schemas.openxmlformats.org/officeDocument/2006/relationships/slide" Target="/ppt/slides/slide6.xml" Id="R6ab78e77ea9d44b0" /><Relationship Type="http://schemas.openxmlformats.org/officeDocument/2006/relationships/slide" Target="/ppt/slides/slide7.xml" Id="R5890eeb4da3845ef" /><Relationship Type="http://schemas.openxmlformats.org/officeDocument/2006/relationships/slide" Target="/ppt/slides/slide8.xml" Id="R2b0e0e9bdb3b48e3" /><Relationship Type="http://schemas.openxmlformats.org/officeDocument/2006/relationships/slide" Target="/ppt/slides/slide9.xml" Id="R53ba93fe3c2a4258" /><Relationship Type="http://schemas.openxmlformats.org/officeDocument/2006/relationships/slide" Target="/ppt/slides/slide10.xml" Id="R0dcf9f7ada9e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11b05e896d48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004339512f4cac" /><Relationship Type="http://schemas.openxmlformats.org/officeDocument/2006/relationships/notesMaster" Target="/ppt/notesMasters/notesMaster1.xml" Id="R148ee3cff41d42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c59e4a4dba4f2e" /><Relationship Type="http://schemas.openxmlformats.org/officeDocument/2006/relationships/notesMaster" Target="/ppt/notesMasters/notesMaster1.xml" Id="R0c68f5baa09347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2b4b92b8c64b2a" /><Relationship Type="http://schemas.openxmlformats.org/officeDocument/2006/relationships/notesMaster" Target="/ppt/notesMasters/notesMaster1.xml" Id="R6a3b2ef83e3449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91f65258e045b6" /><Relationship Type="http://schemas.openxmlformats.org/officeDocument/2006/relationships/notesMaster" Target="/ppt/notesMasters/notesMaster1.xml" Id="R900877915a1f4e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1c7a39c6a6480f" /><Relationship Type="http://schemas.openxmlformats.org/officeDocument/2006/relationships/notesMaster" Target="/ppt/notesMasters/notesMaster1.xml" Id="R6d5fe44586244e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f71fa399a74623" /><Relationship Type="http://schemas.openxmlformats.org/officeDocument/2006/relationships/notesMaster" Target="/ppt/notesMasters/notesMaster1.xml" Id="Re79c1a490b954d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3b9f6ce58547cf" /><Relationship Type="http://schemas.openxmlformats.org/officeDocument/2006/relationships/notesMaster" Target="/ppt/notesMasters/notesMaster1.xml" Id="R33337faa55c94a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8d90a5708b4eb6" /><Relationship Type="http://schemas.openxmlformats.org/officeDocument/2006/relationships/notesMaster" Target="/ppt/notesMasters/notesMaster1.xml" Id="Rd0481520ca924b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b4dd2a90bb4fe9" /><Relationship Type="http://schemas.openxmlformats.org/officeDocument/2006/relationships/notesMaster" Target="/ppt/notesMasters/notesMaster1.xml" Id="R96d737cf30a648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b7db3420404b3a" /><Relationship Type="http://schemas.openxmlformats.org/officeDocument/2006/relationships/notesMaster" Target="/ppt/notesMasters/notesMaster1.xml" Id="R5aebaaaccfe7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promise: this is not simply a portal. It is the digital layer that helps the brotherhood communicate, find one another, and respond when service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brand: public/images/logo.png</a:t>
            </a:r>
          </a:p>
          <a:p xmlns:a="http://schemas.openxmlformats.org/drawingml/2006/main">
            <a:r>
              <a:t>- Generated hero artwork: tmp/marketing-deck/hero.png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communication gaps the platform is designed to close. Avoid implying measured failure; this is the strategic problem statement behind the feature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resources/views/dashboard.blade.php</a:t>
            </a:r>
          </a:p>
          <a:p xmlns:a="http://schemas.openxmlformats.org/drawingml/2006/main">
            <a:r>
              <a:t>- resources/views/search_kuya.blade.php</a:t>
            </a:r>
          </a:p>
          <a:p xmlns:a="http://schemas.openxmlformats.org/drawingml/2006/main">
            <a:r>
              <a:t>- resources/views/quick_response.blade.php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bridge from the problem to the product. The platform earns relevance because the modules form a continuous member journey.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routes/web.php</a:t>
            </a:r>
          </a:p>
          <a:p xmlns:a="http://schemas.openxmlformats.org/drawingml/2006/main">
            <a:r>
              <a:t>- resources/views/layouts/app.blade.php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differentiator in the current product: it connects a human request with actionable location context. Keep the language factual—response-time improvement should be measured during a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resources/views/quick_response.blade.php</a:t>
            </a:r>
          </a:p>
          <a:p xmlns:a="http://schemas.openxmlformats.org/drawingml/2006/main">
            <a:r>
              <a:t>- storage/app/public/eaglelogo.png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search and mapping as two sides of discoverability: one begins with identity; the other begins with place and organizational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resources/views/search_kuya.blade.php</a:t>
            </a:r>
          </a:p>
          <a:p xmlns:a="http://schemas.openxmlformats.org/drawingml/2006/main">
            <a:r>
              <a:t>- resources/views/profile/location.blade.php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marketing value here is habit formation. Announcements create reach, chat creates continuity, and reactions/comments make participation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resources/views/announcements/index.blade.php</a:t>
            </a:r>
          </a:p>
          <a:p xmlns:a="http://schemas.openxmlformats.org/drawingml/2006/main">
            <a:r>
              <a:t>- resources/views/chat/index.blade.php</a:t>
            </a:r>
          </a:p>
          <a:p xmlns:a="http://schemas.openxmlformats.org/drawingml/2006/main">
            <a:r>
              <a:t>- database/migrations/2026_04_28_055006_add_reactions_to_messages.php</a:t>
            </a:r>
          </a:p>
          <a:p xmlns:a="http://schemas.openxmlformats.org/drawingml/2006/main">
            <a:r>
              <a:t>- database/migrations/2026_04_28_053956_create_comments_table.php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Trust is a marketing asset. Explain how identity, approval, permissions, and sustainable maintenance make the platform credible for both members and administrators.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routes/web.php</a:t>
            </a:r>
          </a:p>
          <a:p xmlns:a="http://schemas.openxmlformats.org/drawingml/2006/main">
            <a:r>
              <a:t>- resources/views/auth/pending.blade.php</a:t>
            </a:r>
          </a:p>
          <a:p xmlns:a="http://schemas.openxmlformats.org/drawingml/2006/main">
            <a:r>
              <a:t>- database/migrations/2026_04_29_031024_create_access_types_table.php</a:t>
            </a:r>
          </a:p>
          <a:p xmlns:a="http://schemas.openxmlformats.org/drawingml/2006/main">
            <a:r>
              <a:t>- database/migrations/2026_04_29_031031_create_access_type_permissions_table.php</a:t>
            </a:r>
          </a:p>
          <a:p xmlns:a="http://schemas.openxmlformats.org/drawingml/2006/main">
            <a:r>
              <a:t>- resources/views/layouts/app.blade.php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success measures, not reported results. This distinction strengthens credibility and gives marketing a clear measurement brief for the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Recommended measures inferred from the repository’s announcement, help, chat, comment, and profile workflows; no external statistics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 a focused pilot rather than a broad launch. The first objective is to build the member habit and capture proof that can power a larger campaign.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Activation recommendation based on the project’s profile, announcement, member search, mapping, chat, and help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decision, not a thank-you. The ask is intentionally modest: approve the pilot, assign ownership, and agree on the evidence needed for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recommendation synthesized from the project feature set; no external claims used.</a:t>
            </a:r>
          </a:p>
          <a:p xmlns:a="http://schemas.openxmlformats.org/drawingml/2006/main">
            <a:r>
              <a:t>- Project brand: public/images/logo.png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e7ac607274e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59bc25eefd4237" /><Relationship Type="http://schemas.openxmlformats.org/officeDocument/2006/relationships/slideLayout" Target="/ppt/slideLayouts/slideLayout1.xml" Id="Rc47b413506ce41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7b413506ce41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86c67ea1b4d8a" /><Relationship Type="http://schemas.openxmlformats.org/officeDocument/2006/relationships/image" Target="/ppt/media/image.png" Id="R9d583c8f92bf4980" /><Relationship Type="http://schemas.openxmlformats.org/officeDocument/2006/relationships/image" Target="/ppt/media/image2.png" Id="Rf4b7296ff0c84d07" /><Relationship Type="http://schemas.openxmlformats.org/officeDocument/2006/relationships/notesSlide" Target="/ppt/notesSlides/notesSlide1.xml" Id="R6ee29deb95ea4a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74306022044ee" /><Relationship Type="http://schemas.openxmlformats.org/officeDocument/2006/relationships/notesSlide" Target="/ppt/notesSlides/notesSlide2.xml" Id="R9d1f470985e9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1eea5727845aa" /><Relationship Type="http://schemas.openxmlformats.org/officeDocument/2006/relationships/notesSlide" Target="/ppt/notesSlides/notesSlide3.xml" Id="Ra212ea52c56a40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c5d10b9af4453" /><Relationship Type="http://schemas.openxmlformats.org/officeDocument/2006/relationships/image" Target="/ppt/media/image3.png" Id="R2e045dcd4bc54806" /><Relationship Type="http://schemas.openxmlformats.org/officeDocument/2006/relationships/notesSlide" Target="/ppt/notesSlides/notesSlide4.xml" Id="Rb2eb3d2255aa40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4897c84374805" /><Relationship Type="http://schemas.openxmlformats.org/officeDocument/2006/relationships/notesSlide" Target="/ppt/notesSlides/notesSlide5.xml" Id="Re7f6aa5cc5e343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545f3fa1d40c8" /><Relationship Type="http://schemas.openxmlformats.org/officeDocument/2006/relationships/notesSlide" Target="/ppt/notesSlides/notesSlide6.xml" Id="Rfb3635ff53f04a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bfe9b3e944f50" /><Relationship Type="http://schemas.openxmlformats.org/officeDocument/2006/relationships/notesSlide" Target="/ppt/notesSlides/notesSlide7.xml" Id="R69619ebecc0c4a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1b764bec54806" /><Relationship Type="http://schemas.openxmlformats.org/officeDocument/2006/relationships/notesSlide" Target="/ppt/notesSlides/notesSlide8.xml" Id="R20e014269e5449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c04abc2a6495e" /><Relationship Type="http://schemas.openxmlformats.org/officeDocument/2006/relationships/notesSlide" Target="/ppt/notesSlides/notesSlide9.xml" Id="R0e6c1076d2a148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df1f90c5941de" /><Relationship Type="http://schemas.openxmlformats.org/officeDocument/2006/relationships/image" Target="/ppt/media/image4.png" Id="Re623ddd7674c494b" /><Relationship Type="http://schemas.openxmlformats.org/officeDocument/2006/relationships/notesSlide" Target="/ppt/notesSlides/notesSlide10.xml" Id="R9385be34ad3743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83c8f92bf49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BB543-D1A3-410B-9BEE-1EEC19F5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38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7296ff0c84d07"/>
          <a:stretch xmlns:a="http://schemas.openxmlformats.org/drawingml/2006/main"/>
        </p:blipFill>
        <p:spPr>
          <a:xfrm xmlns:a="http://schemas.openxmlformats.org/drawingml/2006/main">
            <a:off x="51435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F164D-9174-4BA7-A0A4-C8AF2F72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ALALAYANG AGILA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EE91C-3B30-4E7F-893E-663C54D2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51435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moves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when connection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comes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76A91-BAB0-440A-9C37-447C29D0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member engagement and rapid-response platform for the CaragaDos Eagles Club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64E72-88D6-46EC-AF36-89FF0D3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MARKETING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00162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52B4E-FBE4-4E18-89C3-C336A12F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THE MARKETING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4A50D-2D12-4079-83A1-573F9EEC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Strong communities can still feel disconnected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CDB83-900F-4D25-BB8D-5142AED2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0E0CE-9E18-4637-8690-B6A7CD32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The opportunity is to remove friction from the moments that shape member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047AD-D0BE-44CA-92D5-C91DF2F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DA277-6E51-49F0-8A23-3DBEAC05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Updates compete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for attention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42100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67AAA-F7F1-4022-96CB-EA42C780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Members need one dependable place for announcements and club activity.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586CF-1A30-4FEE-81E8-02D7DB2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CONNECTION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7DB88-0B69-493E-BE67-43149411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670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right Kuya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is hard to find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314825" y="42100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6AF77-E8AA-47D5-91BC-ADEAF0E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386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Names, clubs, regions, and locations should lead quickly to a real connection.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FC790-DC1E-4EBB-B43E-EB581DD7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C8E31-7297-4F77-B98E-983F60F9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Urgent needs lose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critical context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8229600" y="42100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67142-CFB0-48ED-962E-EB4E033F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 request is more actionable when the need, location, and responder network move together.</a:t>
            </a:r>
          </a:p>
        </p:txBody>
      </p:sp>
    </p:spTree>
    <p:extLst>
      <p:ext uri="{BB962C8B-B14F-4D97-AF65-F5344CB8AC3E}">
        <p14:creationId xmlns:p14="http://schemas.microsoft.com/office/powerpoint/2010/main" val="741761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17F473-4CC5-47ED-AA8F-5793FA9D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THE PRODUCT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B2C04-98CD-4448-83E8-A755D2B4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One platform connects the complete member journey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EE792-33F5-4B7E-BE65-C67352E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F6131-3F00-4488-AE32-14B5BF94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Every module reinforces the same behavior: stay informed, stay reachable, be ready to serve.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952500" y="35623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1F3A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24AE4-15D1-44C1-84A6-23704A23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458E4-4AFF-435A-8444-B87B270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29A82-D140-4593-B301-DACDB638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B7E4D-130E-478A-BA07-CD2C3A3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Announcements and</a:t>
            </a:r>
          </a:p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club updates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D0368-684A-42E6-ABC0-AA28D67F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22850-1706-427D-9127-C16B0E39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29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9AABD-9C11-4CD7-AC78-73F40D58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D6078-CBA2-4118-8489-451D259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95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Search, mapping,</a:t>
            </a:r>
          </a:p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and group 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08ECF-8C12-4C69-BB2C-5A166C8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20768-F833-4BC3-943B-3BAFB2A0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89F47-D935-4A12-8510-CEC5E7D2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Mobilize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E9596-FF49-4C92-9577-94603FB2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Help request with</a:t>
            </a:r>
          </a:p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location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1E92F-87D9-461E-A885-90A71B36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AF45E-0366-4BCA-8D5F-5FB2614E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29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79B61-CEBC-4CF1-8262-1B92F9C8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D1B01-34C9-4FBC-8B3B-60123D21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95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Faster coordination</a:t>
            </a:r>
          </a:p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and follow-through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C7B9A-F1B6-4B0B-AE1A-64D72A12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1C25A-41AC-4D22-A4D9-C7D0246C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marketing story is the journey—not a list of disconnected features.</a:t>
            </a:r>
          </a:p>
        </p:txBody>
      </p:sp>
    </p:spTree>
    <p:extLst>
      <p:ext uri="{BB962C8B-B14F-4D97-AF65-F5344CB8AC3E}">
        <p14:creationId xmlns:p14="http://schemas.microsoft.com/office/powerpoint/2010/main" val="1064649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C1271-9A12-4D6E-9ED0-62E4F4A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SIGNATURE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6AF86-003A-4711-9305-81B8BB9D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 help request arrives with the context to act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9366F-BD1A-4FF9-A713-43283D23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913A6-1280-4FD1-B517-D6DA20DA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55245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45dcd4bc54806"/>
          <a:stretch xmlns:a="http://schemas.openxmlformats.org/drawingml/2006/main"/>
        </p:blipFill>
        <p:spPr>
          <a:xfrm xmlns:a="http://schemas.openxmlformats.org/drawingml/2006/main">
            <a:off x="7762875" y="2076450"/>
            <a:ext cx="2552700" cy="2552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84150-B2FC-492B-82E1-2EC60068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14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ALALAYANG AGILA 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27D73-EC8C-45BA-A22B-F75EEB88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673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Need + details + 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878D7-7F18-43BE-9899-40C62CC6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 member chooses the type of help, explains the situation, and shares current coordinates so other Kuyas can locate the request faster.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4DFFC-0B7C-4BCB-AC2C-093F35D4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777D7-87F0-4384-A2F8-D0EE6BB9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Choose help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60BB0-F625-4C82-8179-B6897FFB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AE8B1-0263-4EC5-9583-D5E8C3E9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Describe the situation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ECE5B-075A-4F9F-A429-1EF56FE7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12715-B027-43A3-9A10-C4458586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Attach location context</a:t>
            </a:r>
          </a:p>
        </p:txBody>
      </p:sp>
    </p:spTree>
    <p:extLst>
      <p:ext uri="{BB962C8B-B14F-4D97-AF65-F5344CB8AC3E}">
        <p14:creationId xmlns:p14="http://schemas.microsoft.com/office/powerpoint/2010/main" val="1321435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E6466-00D4-4F12-B3C2-D3A77F00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MEMBER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CF8E9-4466-4574-830D-C0777EDB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Finding the right Kuya becomes a guided path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B941E-5B08-4883-8CE0-4F9AC444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A68C3-8619-4B43-85E4-A0A644CB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Two complementary views turn a directory into a usable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1F34F-A08D-4880-94DF-9CF3D902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295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2C888-6BDD-43AB-AB39-3ED2A3DD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695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C7FD7-EBDA-41D5-83C6-A739FE48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SEARCH A KUYA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9731C-1946-4357-940A-2ABBBB5C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Start with a name.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Narrow by the member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information that matters.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8C647-D031-4679-A9B9-1564D116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Direct member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26D49-9103-4D28-8D19-9C8F6BE7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86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865B"/>
                </a:solidFill>
                <a:latin typeface="Aptos"/>
                <a:ea typeface="Aptos"/>
                <a:cs typeface="Aptos"/>
              </a:rPr>
              <a:t>KUYA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9E36E-5CEB-4096-9B11-F1EFC168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57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See the network.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Filter by region or club.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Focus on a member.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7908A-46CA-4D7E-98F1-459790EF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95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Geographic connection and reach</a:t>
            </a:r>
          </a:p>
        </p:txBody>
      </p:sp>
    </p:spTree>
    <p:extLst>
      <p:ext uri="{BB962C8B-B14F-4D97-AF65-F5344CB8AC3E}">
        <p14:creationId xmlns:p14="http://schemas.microsoft.com/office/powerpoint/2010/main" val="118872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213AB-FACA-4B93-8FF2-02163EA9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EVERYDAY ENGAGEMENT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5A63E-70E1-41C1-AEC1-7216D323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platform stays valuable between service moments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BB88B-ECBA-40EF-A315-A863DB52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2FD9B-BC8E-4867-885A-A71B11E9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Regular utility creates the habit that makes urgent coordination more effective.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8589A-F382-44B3-8D09-30B4C5F3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77DD7-302C-44CD-A9BF-BC2EE7E9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INFORM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EA82C-BE8B-4EA3-971E-0ED7AC5F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Announcements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64E0E-009D-4C08-9522-AE4164D1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Publish global, regional, or club updates from one managed channel.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59DF3-4B38-4ABE-A3E3-77DE2AB0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D712A-A04F-45B2-A144-29DF6F49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28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CONVERSE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6AB06-427D-4BD9-850E-0F37A767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766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Club and custom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DE18B-FF38-4352-9529-A73ECA04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386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Keep conversations organized around the groups members already recognize.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9270C-0ADC-48D0-894D-8E9A5689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D55AB-6273-4AB2-B540-D51E9460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86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865B"/>
                </a:solidFill>
                <a:latin typeface="Aptos"/>
                <a:ea typeface="Aptos"/>
                <a:cs typeface="Aptos"/>
              </a:rPr>
              <a:t>REINFORCE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DC206-37FF-4443-8DA9-59912F7F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Comments + reactions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32E27-3576-4839-A072-89B5F3A0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Turn one-way updates into visible participation and community feedback.</a:t>
            </a:r>
          </a:p>
        </p:txBody>
      </p:sp>
    </p:spTree>
    <p:extLst>
      <p:ext uri="{BB962C8B-B14F-4D97-AF65-F5344CB8AC3E}">
        <p14:creationId xmlns:p14="http://schemas.microsoft.com/office/powerpoint/2010/main" val="1618189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949D6-C1C1-48C7-A848-87985A02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TRUST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B1586-CC75-40AC-A85C-F3DDC8C8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Access follows the structure of the organization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07EEB-2CFB-4AF2-B3ED-5A2BB954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35F3D-C384-48F4-B97A-C4F7CA0B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5627D-B12D-45E5-94D4-91644EB6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Google sign-in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3E190-5533-4367-89E3-80063E58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 familiar entry point reduces friction while keeping access tied to an authenticated account.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77DD2-CBB6-4555-B254-59869919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7FE53-35DF-4E66-870D-12E98F2B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526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Member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67847-68A0-4C6C-AAD0-B3FFEF9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67025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Pending and profile-completion states help protect the quality of the member network.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72760-AC89-47E2-9217-ED16F9EE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7F86D-7043-4CB9-B38B-AE559FD4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Roles + permissions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81FD4-5140-46CF-9EA3-3ED7B60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Access types and per-feature permissions separate what members can view, add, edit, or manage.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F5CE7-DB61-4F54-AF62-F9BA1316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SUSTAINABILITY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B20A4-A991-4D96-85B0-DB6F87D9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48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Maintenance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8DAC2-4116-457B-9277-4DAA1BE6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62525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Subscription controls support hosting and technical upkeep without confusing them with club dues.</a:t>
            </a:r>
          </a:p>
        </p:txBody>
      </p:sp>
    </p:spTree>
    <p:extLst>
      <p:ext uri="{BB962C8B-B14F-4D97-AF65-F5344CB8AC3E}">
        <p14:creationId xmlns:p14="http://schemas.microsoft.com/office/powerpoint/2010/main" val="1105125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6B7E3-6D61-4449-8469-3ABDEFCD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MARKETING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906CC-2563-4FDA-835D-A6178D6E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Success should be visible in member behavior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99751-2C97-4D38-9E48-3C28F5FC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7E6B7-42C8-4CFD-8095-53CD9748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Measure adoption around three outcomes the platform is designed to influence.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4ADB7-415A-41A0-B77F-7B114C14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EE33D-0FC0-4AF1-BAE9-00B77C83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8E3B5-EFD2-4907-AF76-A38EADC5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More members see</a:t>
            </a:r>
          </a:p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F5C4E-8765-4D01-866F-FBD84AE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Track: announcement views and active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FCEB3-3D08-4D13-ACB3-80F1A9C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194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2F683-01EB-437D-A3BB-0DDD1A8B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67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AD59C-31DA-42FC-AE58-1163DDE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8140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members know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do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F219B-1443-4EE2-8C4B-9B8402A8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910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Track: help requests and coordinated follow-up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36693-B55C-40E4-AF0D-336898A6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C4222-98CC-4C0D-837C-1C393A7B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BELONGING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52643-DD9C-4EA4-B18E-55B15E7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More members feel</a:t>
            </a:r>
          </a:p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part of the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7C589-60C7-41DD-8BEC-BE0A9FB3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910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Track: chat participation, comments, and profiles 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1F425-022F-44C9-8898-C3099E98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No baseline is assumed—pilot measurement turns the product promise into proof.</a:t>
            </a:r>
          </a:p>
        </p:txBody>
      </p:sp>
    </p:spTree>
    <p:extLst>
      <p:ext uri="{BB962C8B-B14F-4D97-AF65-F5344CB8AC3E}">
        <p14:creationId xmlns:p14="http://schemas.microsoft.com/office/powerpoint/2010/main" val="495357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C85B8-8F3B-4240-8369-B9CECC93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ACTIVATION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EE994-A5EC-44F4-8BE5-A6A5BDAB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Launch the habit before scaling the campaign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B05BB-F2D6-4F38-B02E-6E4930F4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76300" y="34290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8BEA0-B1BF-4CEC-9300-41C04728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C36D2-6BB6-4C37-BC6A-73FDCC51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PHASE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245BF-B00C-41DE-BE02-B1C7E238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08336-0ABD-419F-AB93-A99E7FA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80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Complete profiles, validate roles, seed announcements, and brief club leaders.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DCE62-171F-4DEF-966C-C34CB9CB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5A2AB-D042-4979-A5E4-FCA1A322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PHASE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E195E-8CC8-468C-89B1-B5C706BD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Activate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9EEBF-7BF6-4060-8722-B7215386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280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Run a focused pilot with weekly content, member discovery, and one response drill.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C6A1F-B4F8-4ACD-9A2B-34D8D730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E4500-16BC-49EA-B5A1-48933ACF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PHASE 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0619C-1A97-44C8-8C16-1FA1D6F6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Prove +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7DE68-1E96-4F4C-A9A5-FE5E13EE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280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Review adoption signals, capture member stories, refine onboarding, then expand.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4390B-15F3-4CB2-9618-342F02AF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F6D1B-AEBB-4A7E-9A53-A7942F9F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Recommended first campaign: “Know your network. Be ready to serve.”</a:t>
            </a:r>
          </a:p>
        </p:txBody>
      </p:sp>
    </p:spTree>
    <p:extLst>
      <p:ext uri="{BB962C8B-B14F-4D97-AF65-F5344CB8AC3E}">
        <p14:creationId xmlns:p14="http://schemas.microsoft.com/office/powerpoint/2010/main" val="6090270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3ddd7674c494b"/>
          <a:stretch xmlns:a="http://schemas.openxmlformats.org/drawingml/2006/main"/>
        </p:blipFill>
        <p:spPr>
          <a:xfrm xmlns:a="http://schemas.openxmlformats.org/drawingml/2006/main">
            <a:off x="514350" y="4191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F04E4-D97C-44C0-A540-524EF1CB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29778-B4D6-4A12-A03C-C7B1E767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8477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focused pilot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that makes service feel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tap away.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14350" y="47244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8506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FEB6C-14B7-430C-B497-9670E76E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F0594-390C-4CA2-996C-352ABF1D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6CBA0-E0A4-4810-9E35-51AE24CB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Select representative clubs and leaders.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0433A-7E1E-44A9-B5D5-704EF78B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CBC1B-F9F7-44B6-9A27-F4FC14E5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10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7ED63-28B8-4626-BF38-AE6A3E82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Assign a clear announcement and campaign rhythm.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AB7D8-0E51-4D4A-924C-A76D4DE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48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0B951-29A1-44AD-BC21-4FD5E0E9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Success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1429D-6CA3-47FD-BA21-D6FBFB39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911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Agree on reach, action, and belonging measures.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E390F-F7CC-47AA-A186-C461E65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ALALAYANG AGILA • CARAGADOS EAGLES CLUB</a:t>
            </a:r>
          </a:p>
        </p:txBody>
      </p:sp>
    </p:spTree>
    <p:extLst>
      <p:ext uri="{BB962C8B-B14F-4D97-AF65-F5344CB8AC3E}">
        <p14:creationId xmlns:p14="http://schemas.microsoft.com/office/powerpoint/2010/main" val="119277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2026-08-14T05:24:21.5760000Z</dcterms:created>
  <dcterms:modified xsi:type="dcterms:W3CDTF">2026-08-14T05:24:21.5760000Z</dcterms:modified>
</coreProperties>
</file>